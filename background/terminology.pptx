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01" userDrawn="1">
          <p15:clr>
            <a:srgbClr val="A4A3A4"/>
          </p15:clr>
        </p15:guide>
        <p15:guide id="2" pos="67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6837"/>
    <a:srgbClr val="DFA055"/>
    <a:srgbClr val="C3C468"/>
    <a:srgbClr val="8FD973"/>
    <a:srgbClr val="90DA76"/>
    <a:srgbClr val="AAE296"/>
    <a:srgbClr val="D5815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38" y="144"/>
      </p:cViewPr>
      <p:guideLst>
        <p:guide orient="horz" pos="4201"/>
        <p:guide pos="67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6575-EFDF-844C-B9FA-369C855BA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534AC-382D-DE13-B644-FEC3A7219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47840-91BB-C3EE-0C24-AE0C6B36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482D7-AA08-A3C2-5F3C-2C9A004A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3809B-CCDE-420A-1FDD-AA87A91D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3051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891A-F550-0A1D-EA43-EE0ED53F4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2E961-A263-73AA-A5C0-2C141F40D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1AAEB-7C54-C3AC-0E5C-7C69470A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A82CB-DFA7-1886-77A9-4B834D24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98E7F-5EF0-B404-443D-6308861D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4321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E026-D346-8571-39B0-91F07D73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018DE-38B1-D11E-98EF-C7E760558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9A2FF-6B43-3EBF-D4BC-E7E1C151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1308C-C54B-D059-1F24-6F338FA4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2F213-C590-463B-D12A-D376B8A4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970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7962-A339-3B75-E06D-9B9DEFEF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92C40-6643-41DC-E4FD-76AE01A19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89B16-AF99-B052-B28A-8905F96A4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6267F-289C-0816-97F5-BEAD68DA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57548-6AD1-87C5-5A6D-042E640A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468F0-00DF-9898-D97F-944F965F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58605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AE35-F28B-8A84-3AE0-4161ECB06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C3C1C-BE83-D4AA-9750-065678925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73141-467B-4293-5E23-B62BE834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D1304-9770-CC6A-1A35-16784815C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81D41-0A9D-E7F5-178A-29543938F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483C6-4E74-C276-4C71-0BB82DA18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3B1E45-C244-7C58-B17B-7B94F5769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96679-016F-101C-0D00-4A9AC5874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2260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9DDFB-F70A-6B3A-6BFB-48D259C0C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04425-D885-6059-5C59-F90FD418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DD6C7-9AE4-9254-8246-7106DC33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84716-088F-EADD-8BA6-2BA5947A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549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61BE8-ABAA-56E5-2970-0D50DB0A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5B1BB-7423-69CF-C156-7AA49317F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EC3E2-4A80-0651-620A-26205BA1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8482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5656-8EA4-F7D7-D2AD-6DA55A4A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D654F-9DB4-4760-0F9C-EF1DBED2B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6F788-EC5E-5368-0D82-68E5A8187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8D41C-418D-D220-E3A6-9E6E105B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08578-4D86-2AD5-CF7B-72FECB824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1365A-1F73-D4F3-E706-8C866025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32013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178D-63BD-6EBC-20AC-645E0947B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94EFE-F23A-FDB1-9D25-18527776E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1AC58-8A5C-3009-3294-593D60D0C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FBBBA-1DB3-98E0-5C53-D3C9679AE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D2774-7B83-8DE5-D3D0-013C3DBD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DFEBB-9EF7-0390-499A-0EE5255A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2443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663A-3327-609C-0B6A-C16AF6D4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27CBB-4BA0-77EA-BBFF-2B10B964A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76717-70F8-C2A4-5773-EB861397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D4AE9-999C-4169-4760-9FBEA5C1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03922-D557-B877-68E2-EDFC8DF0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3693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66B17-5194-2F3D-84FF-3250E057F7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8A76E-87EE-EDC9-1F67-5AB4BE028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49498-EEA3-D374-BE3E-E9507FDEA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C2B8A-514F-1434-870D-BD2B5F6E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A3065-42BD-B109-AC1D-C0DA689D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0075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70FDA-15E5-4D9A-98D5-787BF73A3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E6F8B-A562-32E5-779A-5017BDD88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1274B-596D-6309-D0FC-ED4BF96A3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FF3D1-AAA4-4E96-A84C-E7F2FF30BF3F}" type="datetimeFigureOut">
              <a:rPr lang="nb-NO" smtClean="0"/>
              <a:t>17.09.2025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55960-6D59-B2AC-8B81-003B18AA8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8CFF3-37F6-89AD-FC58-61C9C2E4E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EAF44-25E5-423D-9AA0-517AE6358B71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59487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6DDD5F-FA2D-5FA5-D18B-665D2D383C5F}"/>
              </a:ext>
            </a:extLst>
          </p:cNvPr>
          <p:cNvSpPr/>
          <p:nvPr/>
        </p:nvSpPr>
        <p:spPr>
          <a:xfrm rot="16200000">
            <a:off x="6020872" y="-1266336"/>
            <a:ext cx="317241" cy="54438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1A4A33-840D-3BAE-2E87-C6472EF01FD8}"/>
              </a:ext>
            </a:extLst>
          </p:cNvPr>
          <p:cNvSpPr/>
          <p:nvPr/>
        </p:nvSpPr>
        <p:spPr>
          <a:xfrm rot="16200000">
            <a:off x="6020872" y="-451463"/>
            <a:ext cx="317241" cy="5443822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347100-923A-A9CA-E738-AD347AD51404}"/>
              </a:ext>
            </a:extLst>
          </p:cNvPr>
          <p:cNvSpPr txBox="1"/>
          <p:nvPr/>
        </p:nvSpPr>
        <p:spPr>
          <a:xfrm>
            <a:off x="1800809" y="877078"/>
            <a:ext cx="710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1) Variable:           V</a:t>
            </a:r>
            <a:r>
              <a:rPr lang="nb-NO" baseline="-25000" dirty="0"/>
              <a:t>min       </a:t>
            </a:r>
            <a:r>
              <a:rPr lang="nb-NO" dirty="0"/>
              <a:t>X</a:t>
            </a:r>
            <a:r>
              <a:rPr lang="nb-NO" baseline="-25000" dirty="0"/>
              <a:t>0                     </a:t>
            </a:r>
            <a:r>
              <a:rPr lang="nb-NO" dirty="0"/>
              <a:t>X</a:t>
            </a:r>
            <a:r>
              <a:rPr lang="nb-NO" baseline="-25000" dirty="0"/>
              <a:t>60                                                                </a:t>
            </a:r>
            <a:r>
              <a:rPr lang="nb-NO" dirty="0"/>
              <a:t>X</a:t>
            </a:r>
            <a:r>
              <a:rPr lang="nb-NO" baseline="-25000" dirty="0"/>
              <a:t>100                     </a:t>
            </a:r>
            <a:r>
              <a:rPr lang="nb-NO" dirty="0"/>
              <a:t>V</a:t>
            </a:r>
            <a:r>
              <a:rPr lang="nb-NO" baseline="-25000" dirty="0"/>
              <a:t>max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562373-0C97-FF82-BCD6-22C37C770A75}"/>
              </a:ext>
            </a:extLst>
          </p:cNvPr>
          <p:cNvSpPr txBox="1"/>
          <p:nvPr/>
        </p:nvSpPr>
        <p:spPr>
          <a:xfrm>
            <a:off x="1800808" y="1780986"/>
            <a:ext cx="710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2) Scaled:             &lt;0           0                                                                   1                    &gt;1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81DA3-377B-3D75-C350-145E79716598}"/>
              </a:ext>
            </a:extLst>
          </p:cNvPr>
          <p:cNvSpPr/>
          <p:nvPr/>
        </p:nvSpPr>
        <p:spPr>
          <a:xfrm rot="16200000">
            <a:off x="6020872" y="427563"/>
            <a:ext cx="317241" cy="5443822"/>
          </a:xfrm>
          <a:prstGeom prst="rect">
            <a:avLst/>
          </a:prstGeom>
          <a:gradFill flip="none" rotWithShape="1">
            <a:gsLst>
              <a:gs pos="27500">
                <a:srgbClr val="FF0000"/>
              </a:gs>
              <a:gs pos="0">
                <a:srgbClr val="FF0000"/>
              </a:gs>
              <a:gs pos="72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C510E-148C-6D11-0C4A-2AC8AAE15E3E}"/>
              </a:ext>
            </a:extLst>
          </p:cNvPr>
          <p:cNvSpPr txBox="1"/>
          <p:nvPr/>
        </p:nvSpPr>
        <p:spPr>
          <a:xfrm>
            <a:off x="1800808" y="2660012"/>
            <a:ext cx="710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3) Truncated:       0             0                                                                   1                    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33F954-2069-A477-3583-16338E9B5845}"/>
              </a:ext>
            </a:extLst>
          </p:cNvPr>
          <p:cNvSpPr/>
          <p:nvPr/>
        </p:nvSpPr>
        <p:spPr>
          <a:xfrm rot="16200000">
            <a:off x="6020872" y="1306589"/>
            <a:ext cx="317241" cy="5443822"/>
          </a:xfrm>
          <a:prstGeom prst="rect">
            <a:avLst/>
          </a:prstGeom>
          <a:gradFill flip="none" rotWithShape="1">
            <a:gsLst>
              <a:gs pos="42000">
                <a:schemeClr val="accent6">
                  <a:lumMod val="40000"/>
                  <a:lumOff val="60000"/>
                </a:schemeClr>
              </a:gs>
              <a:gs pos="15000">
                <a:srgbClr val="FF0000"/>
              </a:gs>
              <a:gs pos="0">
                <a:srgbClr val="FF0000"/>
              </a:gs>
              <a:gs pos="72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AA0B24-B7A8-1349-AA75-9E6C01F0B9B5}"/>
              </a:ext>
            </a:extLst>
          </p:cNvPr>
          <p:cNvSpPr txBox="1"/>
          <p:nvPr/>
        </p:nvSpPr>
        <p:spPr>
          <a:xfrm>
            <a:off x="1800808" y="3539038"/>
            <a:ext cx="710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4) Transformed: 0             0               0.6                                              1     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150459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8F05-C94B-7198-B94B-FBC84DE2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69872C-C209-3E04-A6E0-16511480FC18}"/>
              </a:ext>
            </a:extLst>
          </p:cNvPr>
          <p:cNvSpPr/>
          <p:nvPr/>
        </p:nvSpPr>
        <p:spPr>
          <a:xfrm rot="16200000">
            <a:off x="6020872" y="-1266336"/>
            <a:ext cx="317241" cy="54438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06E0D2-9754-1495-CB53-4F9E20588EC4}"/>
              </a:ext>
            </a:extLst>
          </p:cNvPr>
          <p:cNvSpPr/>
          <p:nvPr/>
        </p:nvSpPr>
        <p:spPr>
          <a:xfrm rot="16200000">
            <a:off x="6020872" y="-451463"/>
            <a:ext cx="317241" cy="5443822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EA9ED-EBAB-1F56-84F0-79872B90D3D2}"/>
              </a:ext>
            </a:extLst>
          </p:cNvPr>
          <p:cNvSpPr txBox="1"/>
          <p:nvPr/>
        </p:nvSpPr>
        <p:spPr>
          <a:xfrm>
            <a:off x="1800809" y="877078"/>
            <a:ext cx="710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1) Variable:           V</a:t>
            </a:r>
            <a:r>
              <a:rPr lang="nb-NO" baseline="-25000" dirty="0"/>
              <a:t>min       </a:t>
            </a:r>
            <a:r>
              <a:rPr lang="nb-NO" dirty="0"/>
              <a:t>X</a:t>
            </a:r>
            <a:r>
              <a:rPr lang="nb-NO" baseline="-25000" dirty="0"/>
              <a:t>0                     </a:t>
            </a:r>
            <a:r>
              <a:rPr lang="nb-NO" dirty="0"/>
              <a:t>X</a:t>
            </a:r>
            <a:r>
              <a:rPr lang="nb-NO" baseline="-25000" dirty="0"/>
              <a:t>60                                                                </a:t>
            </a:r>
            <a:r>
              <a:rPr lang="nb-NO" dirty="0"/>
              <a:t>X</a:t>
            </a:r>
            <a:r>
              <a:rPr lang="nb-NO" baseline="-25000" dirty="0"/>
              <a:t>100                     </a:t>
            </a:r>
            <a:r>
              <a:rPr lang="nb-NO" dirty="0"/>
              <a:t>V</a:t>
            </a:r>
            <a:r>
              <a:rPr lang="nb-NO" baseline="-25000" dirty="0"/>
              <a:t>max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15C76-0C6B-ADB9-24FE-52509EEF49B1}"/>
              </a:ext>
            </a:extLst>
          </p:cNvPr>
          <p:cNvSpPr txBox="1"/>
          <p:nvPr/>
        </p:nvSpPr>
        <p:spPr>
          <a:xfrm>
            <a:off x="1800808" y="1780986"/>
            <a:ext cx="710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2) Scaled:             &lt;0           0                                                                   1                    &gt;1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05681-4776-B989-3743-326D1C725D7E}"/>
              </a:ext>
            </a:extLst>
          </p:cNvPr>
          <p:cNvSpPr/>
          <p:nvPr/>
        </p:nvSpPr>
        <p:spPr>
          <a:xfrm rot="16200000">
            <a:off x="6020872" y="427563"/>
            <a:ext cx="317241" cy="5443822"/>
          </a:xfrm>
          <a:prstGeom prst="rect">
            <a:avLst/>
          </a:prstGeom>
          <a:gradFill flip="none" rotWithShape="1">
            <a:gsLst>
              <a:gs pos="27500">
                <a:srgbClr val="FF0000"/>
              </a:gs>
              <a:gs pos="0">
                <a:srgbClr val="FF0000"/>
              </a:gs>
              <a:gs pos="72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2AB24-A0BF-50B7-C3C2-453ADB739C5C}"/>
              </a:ext>
            </a:extLst>
          </p:cNvPr>
          <p:cNvSpPr txBox="1"/>
          <p:nvPr/>
        </p:nvSpPr>
        <p:spPr>
          <a:xfrm>
            <a:off x="1800808" y="2660012"/>
            <a:ext cx="710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3) Truncated:       0             0                                                                   1                    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ECD3E1-A830-A5BD-BB5E-B6EFDDDF06C4}"/>
              </a:ext>
            </a:extLst>
          </p:cNvPr>
          <p:cNvSpPr/>
          <p:nvPr/>
        </p:nvSpPr>
        <p:spPr>
          <a:xfrm rot="16200000">
            <a:off x="6020872" y="1306589"/>
            <a:ext cx="317241" cy="5443822"/>
          </a:xfrm>
          <a:prstGeom prst="rect">
            <a:avLst/>
          </a:prstGeom>
          <a:gradFill flip="none" rotWithShape="1">
            <a:gsLst>
              <a:gs pos="42000">
                <a:schemeClr val="accent6">
                  <a:lumMod val="40000"/>
                  <a:lumOff val="60000"/>
                </a:schemeClr>
              </a:gs>
              <a:gs pos="15000">
                <a:srgbClr val="FF0000"/>
              </a:gs>
              <a:gs pos="0">
                <a:srgbClr val="FF0000"/>
              </a:gs>
              <a:gs pos="72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BAA998-A9AC-DC2E-1B30-33DAB31192A8}"/>
              </a:ext>
            </a:extLst>
          </p:cNvPr>
          <p:cNvSpPr txBox="1"/>
          <p:nvPr/>
        </p:nvSpPr>
        <p:spPr>
          <a:xfrm>
            <a:off x="1800808" y="3539038"/>
            <a:ext cx="710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4) Transformed: 0             0               0.6                                              1                    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DCB2FB-D108-E688-2252-BD123E89F840}"/>
              </a:ext>
            </a:extLst>
          </p:cNvPr>
          <p:cNvSpPr txBox="1"/>
          <p:nvPr/>
        </p:nvSpPr>
        <p:spPr>
          <a:xfrm>
            <a:off x="1800808" y="4379573"/>
            <a:ext cx="710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5) Categorised:             1           2    3              4                                     5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6A77211-698A-EBCE-0354-74AD90F4FC87}"/>
              </a:ext>
            </a:extLst>
          </p:cNvPr>
          <p:cNvGrpSpPr/>
          <p:nvPr/>
        </p:nvGrpSpPr>
        <p:grpSpPr>
          <a:xfrm>
            <a:off x="3457582" y="4696488"/>
            <a:ext cx="5443822" cy="328433"/>
            <a:chOff x="3457582" y="4696488"/>
            <a:chExt cx="5443822" cy="32843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0844711-DB39-4644-F89B-FFE62714CAAF}"/>
                </a:ext>
              </a:extLst>
            </p:cNvPr>
            <p:cNvSpPr/>
            <p:nvPr/>
          </p:nvSpPr>
          <p:spPr>
            <a:xfrm rot="16200000">
              <a:off x="3851031" y="4314232"/>
              <a:ext cx="317241" cy="11041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5F2510-B829-3DC8-E661-71CAB7524B4A}"/>
                </a:ext>
              </a:extLst>
            </p:cNvPr>
            <p:cNvSpPr/>
            <p:nvPr/>
          </p:nvSpPr>
          <p:spPr>
            <a:xfrm rot="16200000">
              <a:off x="4552499" y="4716898"/>
              <a:ext cx="317241" cy="298800"/>
            </a:xfrm>
            <a:prstGeom prst="rect">
              <a:avLst/>
            </a:prstGeom>
            <a:solidFill>
              <a:srgbClr val="F468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0672D35-6AB3-4D91-55F0-FF47FB66CBC5}"/>
                </a:ext>
              </a:extLst>
            </p:cNvPr>
            <p:cNvSpPr/>
            <p:nvPr/>
          </p:nvSpPr>
          <p:spPr>
            <a:xfrm rot="16200000">
              <a:off x="4851355" y="4716898"/>
              <a:ext cx="317241" cy="298800"/>
            </a:xfrm>
            <a:prstGeom prst="rect">
              <a:avLst/>
            </a:prstGeom>
            <a:solidFill>
              <a:srgbClr val="DFA0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1DB5AA6-C6D9-2DBA-C88A-FEDD0A4DCD14}"/>
                </a:ext>
              </a:extLst>
            </p:cNvPr>
            <p:cNvSpPr/>
            <p:nvPr/>
          </p:nvSpPr>
          <p:spPr>
            <a:xfrm rot="16200000">
              <a:off x="5577019" y="4290037"/>
              <a:ext cx="317241" cy="1152524"/>
            </a:xfrm>
            <a:prstGeom prst="rect">
              <a:avLst/>
            </a:prstGeom>
            <a:solidFill>
              <a:srgbClr val="C3C4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4A4DDA-C00B-AFA3-2943-EE71A62FB536}"/>
                </a:ext>
              </a:extLst>
            </p:cNvPr>
            <p:cNvSpPr/>
            <p:nvPr/>
          </p:nvSpPr>
          <p:spPr>
            <a:xfrm rot="16200000">
              <a:off x="7444123" y="3575458"/>
              <a:ext cx="317241" cy="2581686"/>
            </a:xfrm>
            <a:prstGeom prst="rect">
              <a:avLst/>
            </a:prstGeom>
            <a:solidFill>
              <a:srgbClr val="8FD9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9064EBB-1580-130D-7DFE-8D70FBBAB867}"/>
                </a:ext>
              </a:extLst>
            </p:cNvPr>
            <p:cNvSpPr/>
            <p:nvPr/>
          </p:nvSpPr>
          <p:spPr>
            <a:xfrm rot="16200000">
              <a:off x="6020872" y="2133198"/>
              <a:ext cx="317241" cy="54438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</p:grpSp>
    </p:spTree>
    <p:extLst>
      <p:ext uri="{BB962C8B-B14F-4D97-AF65-F5344CB8AC3E}">
        <p14:creationId xmlns:p14="http://schemas.microsoft.com/office/powerpoint/2010/main" val="3447819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 Kolstad</dc:creator>
  <cp:lastModifiedBy>Anders Kolstad</cp:lastModifiedBy>
  <cp:revision>7</cp:revision>
  <dcterms:created xsi:type="dcterms:W3CDTF">2024-09-12T12:59:22Z</dcterms:created>
  <dcterms:modified xsi:type="dcterms:W3CDTF">2025-09-17T12:50:00Z</dcterms:modified>
</cp:coreProperties>
</file>